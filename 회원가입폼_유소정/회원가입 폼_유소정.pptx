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4" r:id="rId3"/>
    <p:sldId id="345" r:id="rId4"/>
    <p:sldId id="327" r:id="rId5"/>
    <p:sldId id="334" r:id="rId6"/>
    <p:sldId id="331" r:id="rId7"/>
    <p:sldId id="339" r:id="rId8"/>
    <p:sldId id="340" r:id="rId9"/>
    <p:sldId id="341" r:id="rId10"/>
    <p:sldId id="342" r:id="rId11"/>
    <p:sldId id="34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0CEEEB0-EC6F-4BB9-98EE-5A3BF604A1A5}">
          <p14:sldIdLst>
            <p14:sldId id="256"/>
          </p14:sldIdLst>
        </p14:section>
        <p14:section name="제목 없는 구역" id="{32B1F723-9D79-4583-8CB3-EF30C0299BCA}">
          <p14:sldIdLst>
            <p14:sldId id="344"/>
            <p14:sldId id="345"/>
            <p14:sldId id="327"/>
            <p14:sldId id="334"/>
            <p14:sldId id="331"/>
            <p14:sldId id="339"/>
          </p14:sldIdLst>
        </p14:section>
        <p14:section name="제목 없는 구역" id="{679C6B25-5283-45A5-A00D-C44A2A701161}">
          <p14:sldIdLst>
            <p14:sldId id="340"/>
          </p14:sldIdLst>
        </p14:section>
        <p14:section name="제목 없는 구역" id="{746C3924-8DAB-4534-9F63-B71B1CA5E4C8}">
          <p14:sldIdLst>
            <p14:sldId id="341"/>
            <p14:sldId id="342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7F933-CEC1-43F4-967A-F3AEF1CF4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F2EBAE-AB20-4FA5-A911-D246A0C03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1272EB-E4E4-432E-BC4B-4C131994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33E3-1E7D-48E1-9955-534E26526CD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C4D1C-F616-47EC-B749-55B6D2E5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5968FF-0C53-4D3F-9A61-2B0599B23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B7E1-ECA8-44B3-88AD-1B7B2C46C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79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FE750-07F0-4C88-8FDF-F5B49F79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EBBD39-C6D8-477F-BAD8-BF7D68940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F2242-EFAE-47EA-8404-8698B204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33E3-1E7D-48E1-9955-534E26526CD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A03012-A6AE-4DFB-9FC6-C7C32E63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9AC4D0-F92B-45C8-959C-89B5E40ED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B7E1-ECA8-44B3-88AD-1B7B2C46C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448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C185F-D135-46D2-8215-6165D250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BC7310-56F0-47DA-B878-10CEAC0F1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980797-8111-4EE1-A35C-EB4BA30B7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33E3-1E7D-48E1-9955-534E26526CD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363F7A-1F3C-4FC2-A951-C4CEDA392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52E448-07C9-4D0B-BFF9-9FF19687E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B7E1-ECA8-44B3-88AD-1B7B2C46C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12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3E181-A4FE-4ABA-AFE2-BB16EF3B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6E3166-820A-4D65-8B5C-2E92BC7FC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E0163B-738A-44D3-B1B4-A48F77AF9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594EC2-41FE-474D-9F11-6A65CB074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33E3-1E7D-48E1-9955-534E26526CD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A43E1C-1D05-49E2-8D59-3328B70ED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FE9C48-27DA-455F-B0E6-FFA3C79FD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B7E1-ECA8-44B3-88AD-1B7B2C46C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59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7B06ED-A7E4-49A2-BEA9-6CD8317A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14CBED-84C6-4039-976F-65B09FDBD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977E87-483A-4867-A013-42C835E6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CCCF23C-310D-439F-B885-EF8053339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C37502-2142-41EB-9C86-7C0541317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E6EE5C-8D69-4A67-9D04-EEE91A7B9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33E3-1E7D-48E1-9955-534E26526CD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DDADBC-CB04-4E3A-9056-99CA8263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574FB5-A2ED-4580-917F-EDC31E82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B7E1-ECA8-44B3-88AD-1B7B2C46C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294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B1E4E-7F81-42C1-AB7D-3940AADD0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501DA8-078C-4523-870A-831FE4383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33E3-1E7D-48E1-9955-534E26526CD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AC4F05-2745-4157-B650-0EB43CDF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B7201A-D9B9-44CE-8042-0A5E2BDDD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B7E1-ECA8-44B3-88AD-1B7B2C46C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07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F3B15E-3DC0-472B-BB81-AC69C0AC4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33E3-1E7D-48E1-9955-534E26526CD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AD41EE-40CF-477C-BDC6-DFD42351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A5C37D-B3A6-4255-9A9C-D41B4CAD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B7E1-ECA8-44B3-88AD-1B7B2C46C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49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3BF3D-BA8D-4C19-8C42-34D24A917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67C310-BB43-4742-B027-50BB1E5E4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6DCC45-6013-4CB0-A10D-DE123C7EB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023EED-0AC5-4AD5-B5F3-A985A5692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33E3-1E7D-48E1-9955-534E26526CD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66B2A7-8E50-41DA-9E2D-D255F489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59FE7A-80EF-4AFD-9729-EF6B6E2AD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B7E1-ECA8-44B3-88AD-1B7B2C46C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49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C59DC-759B-4BD9-95B9-881BAB052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3E66AC-50A5-45F5-ACC8-064119A1BE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5E7196-5DF0-4461-AD38-14D594B4E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B60BBA-3F7C-40F2-B773-E3817DE26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33E3-1E7D-48E1-9955-534E26526CD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7E1F4D-1B5D-47F9-8A77-63E6DD9C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053D88-BE4D-455E-8B5D-08551AD5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B7E1-ECA8-44B3-88AD-1B7B2C46C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63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8A2B0-C24C-4FD0-8B81-C2E7A231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8E2739-15EC-4037-A4B0-DFFCD74F2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905F24-85FF-4C43-9A61-C86CA84CB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33E3-1E7D-48E1-9955-534E26526CD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9A1AD-0804-43A4-A382-F6A68519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5614C5-234B-4A02-83BF-FD5C5BA3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B7E1-ECA8-44B3-88AD-1B7B2C46C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11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FF7052-E389-4C14-ADB6-37058FD408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6F1982-D76E-460F-89A5-FF5AC17D8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EEB717-8356-4F8C-853C-63A3F7581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33E3-1E7D-48E1-9955-534E26526CD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331914-1F09-4C15-9A1B-1A30EE9C8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263394-DDCB-4678-8093-53373FC0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AB7E1-ECA8-44B3-88AD-1B7B2C46C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84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81EC48-B2CB-4A43-ADD0-15B10B8C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E571A1-C6E7-45F7-B004-1ADB385F3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5523C-F2D1-4E03-8C6A-6BF845E1A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D33E3-1E7D-48E1-9955-534E26526CD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0B96B7-F6B2-4629-AB2B-E3ABFFFB8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E0E73C-9DBC-47F9-A36F-2B5A8699A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AB7E1-ECA8-44B3-88AD-1B7B2C46C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58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validator.w3.org/nu/#file" TargetMode="Externa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721C47-CD98-44C4-9D8A-957588332B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회원가입 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1E8103-8A61-4260-9690-BD2F75572F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유소정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7237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AB23CB1-C9BF-4907-A9B1-A51D46DD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noto"/>
              </a:rPr>
              <a:t>목차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B4C9407-C1CD-4267-8B3F-D6B501B3E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회원가입 폼 디자인</a:t>
            </a:r>
            <a:endParaRPr lang="en-US" altLang="ko-KR" dirty="0"/>
          </a:p>
          <a:p>
            <a:r>
              <a:rPr lang="en-US" altLang="ko-KR" dirty="0"/>
              <a:t>2.Html </a:t>
            </a:r>
            <a:r>
              <a:rPr lang="ko-KR" altLang="en-US" dirty="0"/>
              <a:t>코드 수정 전</a:t>
            </a:r>
            <a:endParaRPr lang="en-US" altLang="ko-KR" dirty="0"/>
          </a:p>
          <a:p>
            <a:r>
              <a:rPr lang="en-US" altLang="ko-KR" dirty="0"/>
              <a:t>3.CSS  </a:t>
            </a:r>
            <a:r>
              <a:rPr lang="ko-KR" altLang="en-US" dirty="0"/>
              <a:t>코드 수정 전</a:t>
            </a:r>
            <a:endParaRPr lang="en-US" altLang="ko-KR" dirty="0"/>
          </a:p>
          <a:p>
            <a:r>
              <a:rPr lang="en-US" altLang="ko-KR" dirty="0"/>
              <a:t>4.Html </a:t>
            </a:r>
            <a:r>
              <a:rPr lang="ko-KR" altLang="en-US" dirty="0"/>
              <a:t>코드 수정 후</a:t>
            </a:r>
            <a:endParaRPr lang="en-US" altLang="ko-KR" dirty="0"/>
          </a:p>
          <a:p>
            <a:r>
              <a:rPr lang="en-US" altLang="ko-KR" dirty="0"/>
              <a:t>5.CSS  </a:t>
            </a:r>
            <a:r>
              <a:rPr lang="ko-KR" altLang="en-US" dirty="0"/>
              <a:t>코드 수정 후</a:t>
            </a:r>
            <a:endParaRPr lang="en-US" altLang="ko-KR" dirty="0"/>
          </a:p>
          <a:p>
            <a:r>
              <a:rPr lang="en-US" altLang="ko-KR" dirty="0"/>
              <a:t>6.</a:t>
            </a:r>
            <a:r>
              <a:rPr lang="ko-KR" altLang="en-US" dirty="0"/>
              <a:t>웹 표준 </a:t>
            </a:r>
            <a:r>
              <a:rPr lang="en-US" altLang="ko-KR" dirty="0"/>
              <a:t>/ </a:t>
            </a:r>
            <a:r>
              <a:rPr lang="ko-KR" altLang="en-US" dirty="0"/>
              <a:t>웹 접근성 검사 </a:t>
            </a:r>
            <a:r>
              <a:rPr lang="en-US" altLang="ko-KR" dirty="0"/>
              <a:t>– Html </a:t>
            </a:r>
          </a:p>
          <a:p>
            <a:r>
              <a:rPr lang="en-US" altLang="ko-KR" dirty="0"/>
              <a:t>7.</a:t>
            </a:r>
            <a:r>
              <a:rPr lang="ko-KR" altLang="en-US" dirty="0"/>
              <a:t>웹 표준 </a:t>
            </a:r>
            <a:r>
              <a:rPr lang="en-US" altLang="ko-KR" dirty="0"/>
              <a:t>/ </a:t>
            </a:r>
            <a:r>
              <a:rPr lang="ko-KR" altLang="en-US" dirty="0"/>
              <a:t>웹 접근성 검사 </a:t>
            </a:r>
            <a:r>
              <a:rPr lang="en-US" altLang="ko-KR" dirty="0"/>
              <a:t>– CSS </a:t>
            </a:r>
            <a:r>
              <a:rPr lang="ko-KR" altLang="en-US" dirty="0"/>
              <a:t>수정 전</a:t>
            </a:r>
            <a:endParaRPr lang="en-US" altLang="ko-KR" dirty="0"/>
          </a:p>
          <a:p>
            <a:r>
              <a:rPr lang="en-US" altLang="ko-KR" dirty="0"/>
              <a:t>8.</a:t>
            </a:r>
            <a:r>
              <a:rPr lang="ko-KR" altLang="en-US" dirty="0"/>
              <a:t>웹 표준 </a:t>
            </a:r>
            <a:r>
              <a:rPr lang="en-US" altLang="ko-KR" dirty="0"/>
              <a:t>/ </a:t>
            </a:r>
            <a:r>
              <a:rPr lang="ko-KR" altLang="en-US" dirty="0"/>
              <a:t>웹 접근성 검사 </a:t>
            </a:r>
            <a:r>
              <a:rPr lang="en-US" altLang="ko-KR" dirty="0"/>
              <a:t>– CSS </a:t>
            </a:r>
            <a:r>
              <a:rPr lang="ko-KR" altLang="en-US" dirty="0"/>
              <a:t>수정 후</a:t>
            </a:r>
            <a:endParaRPr lang="en-US" altLang="ko-KR" dirty="0"/>
          </a:p>
          <a:p>
            <a:r>
              <a:rPr lang="en-US" altLang="ko-KR" dirty="0"/>
              <a:t>9.</a:t>
            </a:r>
            <a:r>
              <a:rPr lang="ko-KR" altLang="en-US" dirty="0"/>
              <a:t>테스트 케이스 작성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3817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AB23CB1-C9BF-4907-A9B1-A51D46DD3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031" y="343482"/>
            <a:ext cx="10515600" cy="675110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1.</a:t>
            </a:r>
            <a:r>
              <a:rPr lang="ko-KR" altLang="en-US" sz="3200" b="1" dirty="0"/>
              <a:t>회원가입 폼 디자인</a:t>
            </a:r>
            <a:endParaRPr lang="en-US" altLang="ko-KR" sz="32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EEF3E7-42F7-47F6-A54F-E3D3A3FD7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919" y="1317072"/>
            <a:ext cx="2319524" cy="498822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61788C-67E5-4F98-8219-CC41ACB324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85" b="10012"/>
          <a:stretch/>
        </p:blipFill>
        <p:spPr>
          <a:xfrm>
            <a:off x="2176184" y="1317072"/>
            <a:ext cx="2539432" cy="4932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B6FFEC-9FE8-4466-AC83-01F5F99C27A0}"/>
              </a:ext>
            </a:extLst>
          </p:cNvPr>
          <p:cNvSpPr txBox="1"/>
          <p:nvPr/>
        </p:nvSpPr>
        <p:spPr>
          <a:xfrm>
            <a:off x="738231" y="1317072"/>
            <a:ext cx="122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피그마</a:t>
            </a:r>
            <a:endParaRPr lang="en-US" altLang="ko-KR" dirty="0"/>
          </a:p>
          <a:p>
            <a:r>
              <a:rPr lang="ko-KR" altLang="en-US" dirty="0"/>
              <a:t>디자인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FA07BE-09E7-4927-8BE0-ADB0EEB86656}"/>
              </a:ext>
            </a:extLst>
          </p:cNvPr>
          <p:cNvSpPr txBox="1"/>
          <p:nvPr/>
        </p:nvSpPr>
        <p:spPr>
          <a:xfrm>
            <a:off x="5170127" y="1317072"/>
            <a:ext cx="122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HTML </a:t>
            </a:r>
          </a:p>
          <a:p>
            <a:r>
              <a:rPr lang="ko-KR" altLang="en-US" dirty="0"/>
              <a:t>디자인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84ECFF0-3A00-4397-BB25-B40469BA2CEC}"/>
              </a:ext>
            </a:extLst>
          </p:cNvPr>
          <p:cNvSpPr/>
          <p:nvPr/>
        </p:nvSpPr>
        <p:spPr>
          <a:xfrm>
            <a:off x="5293425" y="2019567"/>
            <a:ext cx="721481" cy="24231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3F89A0A-9239-4AC8-838B-9EC5227DE3A2}"/>
              </a:ext>
            </a:extLst>
          </p:cNvPr>
          <p:cNvSpPr/>
          <p:nvPr/>
        </p:nvSpPr>
        <p:spPr>
          <a:xfrm>
            <a:off x="805058" y="1963403"/>
            <a:ext cx="721481" cy="24231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383B9-7572-4DC8-A2D1-C20654ADAE33}"/>
              </a:ext>
            </a:extLst>
          </p:cNvPr>
          <p:cNvSpPr txBox="1"/>
          <p:nvPr/>
        </p:nvSpPr>
        <p:spPr>
          <a:xfrm>
            <a:off x="519055" y="6214436"/>
            <a:ext cx="4438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피그마</a:t>
            </a:r>
            <a:r>
              <a:rPr lang="ko-KR" altLang="en-US" sz="1000" dirty="0"/>
              <a:t> 주소</a:t>
            </a:r>
            <a:r>
              <a:rPr lang="ko-KR" altLang="en-US" sz="900" dirty="0"/>
              <a:t>https://www.figma.com/design/1vh3rzazTcstu5BB6AxmCI/%ED%99%94%EB%A9%B4%EC%84%A4%EA%B3%84?node-id=0-1&amp;t=ERkJ7xiYx9NKY1CF-1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19062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571750" y="2451100"/>
            <a:ext cx="1257300" cy="1079500"/>
          </a:xfrm>
          <a:prstGeom prst="rect">
            <a:avLst/>
          </a:prstGeom>
        </p:spPr>
      </p:pic>
      <p:sp>
        <p:nvSpPr>
          <p:cNvPr id="33" name="제목 1">
            <a:extLst>
              <a:ext uri="{FF2B5EF4-FFF2-40B4-BE49-F238E27FC236}">
                <a16:creationId xmlns:a16="http://schemas.microsoft.com/office/drawing/2014/main" id="{F05E78DA-FE78-410E-A9AF-0A57168B927F}"/>
              </a:ext>
            </a:extLst>
          </p:cNvPr>
          <p:cNvSpPr txBox="1">
            <a:spLocks/>
          </p:cNvSpPr>
          <p:nvPr/>
        </p:nvSpPr>
        <p:spPr>
          <a:xfrm>
            <a:off x="480722" y="348347"/>
            <a:ext cx="10515600" cy="5912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9600"/>
              </a:lnSpc>
            </a:pP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2. HTML - 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수정 전</a:t>
            </a:r>
            <a:endParaRPr lang="en-US" altLang="ko-KR" sz="3200" b="1" dirty="0"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D43D418-B066-4FA2-A130-638371E72E7F}"/>
              </a:ext>
            </a:extLst>
          </p:cNvPr>
          <p:cNvSpPr/>
          <p:nvPr/>
        </p:nvSpPr>
        <p:spPr>
          <a:xfrm>
            <a:off x="238125" y="1035720"/>
            <a:ext cx="11763375" cy="55340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4653102-1077-48CB-BAEE-5E1E96815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63" y="1301517"/>
            <a:ext cx="4069125" cy="49252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67A7FC9-65AD-415E-93A1-22E56AAA6E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3866"/>
          <a:stretch/>
        </p:blipFill>
        <p:spPr>
          <a:xfrm>
            <a:off x="4644990" y="1301517"/>
            <a:ext cx="3281397" cy="493764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91C3104-5E41-465A-81F7-2F86A271C0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448" y="1295109"/>
            <a:ext cx="2319524" cy="49882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33EA13-3E6B-47E0-9874-344F503DC553}"/>
              </a:ext>
            </a:extLst>
          </p:cNvPr>
          <p:cNvSpPr txBox="1"/>
          <p:nvPr/>
        </p:nvSpPr>
        <p:spPr>
          <a:xfrm>
            <a:off x="8147379" y="1250936"/>
            <a:ext cx="122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HTML </a:t>
            </a:r>
          </a:p>
          <a:p>
            <a:r>
              <a:rPr lang="ko-KR" altLang="en-US" dirty="0"/>
              <a:t>디자인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C51C41FA-9397-4CDB-B7CE-D4A758F048B2}"/>
              </a:ext>
            </a:extLst>
          </p:cNvPr>
          <p:cNvSpPr/>
          <p:nvPr/>
        </p:nvSpPr>
        <p:spPr>
          <a:xfrm>
            <a:off x="8270677" y="1953431"/>
            <a:ext cx="721481" cy="24231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8CFA5A-F512-46E0-89F0-AAB2D4FA3003}"/>
              </a:ext>
            </a:extLst>
          </p:cNvPr>
          <p:cNvSpPr txBox="1"/>
          <p:nvPr/>
        </p:nvSpPr>
        <p:spPr>
          <a:xfrm>
            <a:off x="480722" y="6393557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회원가입폼 주소 </a:t>
            </a:r>
            <a:r>
              <a:rPr lang="en-US" altLang="ko-KR" sz="1400" dirty="0"/>
              <a:t>-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92403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571750" y="2451100"/>
            <a:ext cx="1257300" cy="1079500"/>
          </a:xfrm>
          <a:prstGeom prst="rect">
            <a:avLst/>
          </a:prstGeom>
        </p:spPr>
      </p:pic>
      <p:sp>
        <p:nvSpPr>
          <p:cNvPr id="33" name="제목 1">
            <a:extLst>
              <a:ext uri="{FF2B5EF4-FFF2-40B4-BE49-F238E27FC236}">
                <a16:creationId xmlns:a16="http://schemas.microsoft.com/office/drawing/2014/main" id="{F05E78DA-FE78-410E-A9AF-0A57168B927F}"/>
              </a:ext>
            </a:extLst>
          </p:cNvPr>
          <p:cNvSpPr txBox="1">
            <a:spLocks/>
          </p:cNvSpPr>
          <p:nvPr/>
        </p:nvSpPr>
        <p:spPr>
          <a:xfrm>
            <a:off x="480722" y="348347"/>
            <a:ext cx="10515600" cy="5912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9600"/>
              </a:lnSpc>
            </a:pP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3. CSS - 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수정 전</a:t>
            </a:r>
            <a:endParaRPr lang="en-US" altLang="ko-KR" sz="3200" b="1" dirty="0"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D43D418-B066-4FA2-A130-638371E72E7F}"/>
              </a:ext>
            </a:extLst>
          </p:cNvPr>
          <p:cNvSpPr/>
          <p:nvPr/>
        </p:nvSpPr>
        <p:spPr>
          <a:xfrm>
            <a:off x="238125" y="1035720"/>
            <a:ext cx="11763375" cy="55340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083E40E-C798-4F15-90BD-DE3342E601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0"/>
          <a:stretch/>
        </p:blipFill>
        <p:spPr>
          <a:xfrm>
            <a:off x="428608" y="1104900"/>
            <a:ext cx="3923778" cy="51930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F347B7A-8B00-4846-BA54-C68EECB2D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855" y="1104900"/>
            <a:ext cx="4045212" cy="51930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6A8EBB6-7480-4386-B062-4238FB1784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909" y="1104900"/>
            <a:ext cx="3873500" cy="349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71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571750" y="2451100"/>
            <a:ext cx="1257300" cy="1079500"/>
          </a:xfrm>
          <a:prstGeom prst="rect">
            <a:avLst/>
          </a:prstGeom>
        </p:spPr>
      </p:pic>
      <p:sp>
        <p:nvSpPr>
          <p:cNvPr id="33" name="제목 1">
            <a:extLst>
              <a:ext uri="{FF2B5EF4-FFF2-40B4-BE49-F238E27FC236}">
                <a16:creationId xmlns:a16="http://schemas.microsoft.com/office/drawing/2014/main" id="{F05E78DA-FE78-410E-A9AF-0A57168B927F}"/>
              </a:ext>
            </a:extLst>
          </p:cNvPr>
          <p:cNvSpPr txBox="1">
            <a:spLocks/>
          </p:cNvSpPr>
          <p:nvPr/>
        </p:nvSpPr>
        <p:spPr>
          <a:xfrm>
            <a:off x="480722" y="348347"/>
            <a:ext cx="10515600" cy="5912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9600"/>
              </a:lnSpc>
            </a:pP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4. HTML- 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수정 후</a:t>
            </a:r>
            <a:endParaRPr lang="en-US" altLang="ko-KR" sz="3200" b="1" dirty="0"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D43D418-B066-4FA2-A130-638371E72E7F}"/>
              </a:ext>
            </a:extLst>
          </p:cNvPr>
          <p:cNvSpPr/>
          <p:nvPr/>
        </p:nvSpPr>
        <p:spPr>
          <a:xfrm>
            <a:off x="238125" y="1035720"/>
            <a:ext cx="8296275" cy="55340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1A161CF-E98C-486A-9915-E46889439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86" y="1409006"/>
            <a:ext cx="4081678" cy="489492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7207460-A211-4BC7-84FC-696D6FCB3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065" y="1409006"/>
            <a:ext cx="4027470" cy="489492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4C3FB46-8336-4916-9F0B-707E2FBF71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289" y="1409006"/>
            <a:ext cx="3537433" cy="48441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F19A186-A5CD-4DAE-A8EE-4CC06C1FD7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7799" y="1360520"/>
            <a:ext cx="2319524" cy="49882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0DEA9E-0A55-466C-A780-00194F8B2DD6}"/>
              </a:ext>
            </a:extLst>
          </p:cNvPr>
          <p:cNvSpPr txBox="1"/>
          <p:nvPr/>
        </p:nvSpPr>
        <p:spPr>
          <a:xfrm>
            <a:off x="8289722" y="1335153"/>
            <a:ext cx="122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HTML </a:t>
            </a:r>
          </a:p>
          <a:p>
            <a:r>
              <a:rPr lang="ko-KR" altLang="en-US" dirty="0"/>
              <a:t>디자인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6A46BF4-4D4E-4BDE-9AEE-5180F412E4CD}"/>
              </a:ext>
            </a:extLst>
          </p:cNvPr>
          <p:cNvSpPr/>
          <p:nvPr/>
        </p:nvSpPr>
        <p:spPr>
          <a:xfrm>
            <a:off x="8413020" y="2037648"/>
            <a:ext cx="721481" cy="24231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4602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571750" y="2451100"/>
            <a:ext cx="1257300" cy="1079500"/>
          </a:xfrm>
          <a:prstGeom prst="rect">
            <a:avLst/>
          </a:prstGeom>
        </p:spPr>
      </p:pic>
      <p:sp>
        <p:nvSpPr>
          <p:cNvPr id="33" name="제목 1">
            <a:extLst>
              <a:ext uri="{FF2B5EF4-FFF2-40B4-BE49-F238E27FC236}">
                <a16:creationId xmlns:a16="http://schemas.microsoft.com/office/drawing/2014/main" id="{F05E78DA-FE78-410E-A9AF-0A57168B927F}"/>
              </a:ext>
            </a:extLst>
          </p:cNvPr>
          <p:cNvSpPr txBox="1">
            <a:spLocks/>
          </p:cNvSpPr>
          <p:nvPr/>
        </p:nvSpPr>
        <p:spPr>
          <a:xfrm>
            <a:off x="480722" y="348347"/>
            <a:ext cx="10515600" cy="5912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99600"/>
              </a:lnSpc>
            </a:pP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5. CSS- 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수정 후</a:t>
            </a:r>
            <a:endParaRPr lang="en-US" altLang="ko-KR" sz="3200" b="1" dirty="0"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D43D418-B066-4FA2-A130-638371E72E7F}"/>
              </a:ext>
            </a:extLst>
          </p:cNvPr>
          <p:cNvSpPr/>
          <p:nvPr/>
        </p:nvSpPr>
        <p:spPr>
          <a:xfrm>
            <a:off x="238125" y="1035720"/>
            <a:ext cx="8296275" cy="55340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3518461-4164-4CD5-B871-EDF63DE99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75" y="1409006"/>
            <a:ext cx="3652722" cy="48737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099511-83AC-4DE8-8B76-06CF56955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141" y="1409006"/>
            <a:ext cx="3207692" cy="48725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91E2697-75F5-41C1-A18D-7412C5EF6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822" y="1407802"/>
            <a:ext cx="2809196" cy="27546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015EAA-89F4-46BA-B471-EE8022236999}"/>
              </a:ext>
            </a:extLst>
          </p:cNvPr>
          <p:cNvSpPr txBox="1"/>
          <p:nvPr/>
        </p:nvSpPr>
        <p:spPr>
          <a:xfrm>
            <a:off x="480722" y="6393557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회원가입폼 주소 </a:t>
            </a:r>
            <a:r>
              <a:rPr lang="en-US" altLang="ko-KR" sz="1400" dirty="0"/>
              <a:t>-</a:t>
            </a:r>
            <a:endParaRPr lang="ko-KR" alt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AE9ABDF-65D8-486B-B663-03E3869D4A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9028" y="1309180"/>
            <a:ext cx="2319524" cy="49882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7DA57F6-E6B4-4CAF-AE4A-8835EF582DAE}"/>
              </a:ext>
            </a:extLst>
          </p:cNvPr>
          <p:cNvSpPr txBox="1"/>
          <p:nvPr/>
        </p:nvSpPr>
        <p:spPr>
          <a:xfrm>
            <a:off x="8438018" y="1309180"/>
            <a:ext cx="122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HTML </a:t>
            </a:r>
          </a:p>
          <a:p>
            <a:r>
              <a:rPr lang="ko-KR" altLang="en-US" dirty="0"/>
              <a:t>디자인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8C925346-92D3-4257-9BB5-48778BCE0619}"/>
              </a:ext>
            </a:extLst>
          </p:cNvPr>
          <p:cNvSpPr/>
          <p:nvPr/>
        </p:nvSpPr>
        <p:spPr>
          <a:xfrm>
            <a:off x="8561316" y="2011675"/>
            <a:ext cx="721481" cy="24231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8927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FD365-7D1F-4804-8341-28906361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41" y="446611"/>
            <a:ext cx="7563233" cy="530225"/>
          </a:xfrm>
        </p:spPr>
        <p:txBody>
          <a:bodyPr>
            <a:no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6.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웹 표준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웹 접근성검사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HTML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E6E50B-1972-44C4-9EEA-4C9DB5DEF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55971"/>
            <a:ext cx="3932237" cy="24663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-</a:t>
            </a:r>
            <a:r>
              <a:rPr lang="ko-KR" altLang="en-US" dirty="0"/>
              <a:t>웹 표준 </a:t>
            </a:r>
            <a:r>
              <a:rPr lang="en-US" altLang="ko-KR" dirty="0"/>
              <a:t>/</a:t>
            </a:r>
            <a:r>
              <a:rPr lang="ko-KR" altLang="en-US" dirty="0"/>
              <a:t>웹 접근성 검사를 아래 링크 </a:t>
            </a:r>
            <a:r>
              <a:rPr lang="ko-KR" altLang="en-US" dirty="0" err="1"/>
              <a:t>사이트를통해</a:t>
            </a:r>
            <a:r>
              <a:rPr lang="ko-KR" altLang="en-US" dirty="0"/>
              <a:t> 진행 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따로 이상 없었음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사이트 주소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https://validator.w3.org/nu/#file</a:t>
            </a:r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F4206380-5F74-4E14-A9B7-774C7DF55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83188" y="1409911"/>
            <a:ext cx="6172200" cy="4028652"/>
          </a:xfrm>
        </p:spPr>
      </p:pic>
    </p:spTree>
    <p:extLst>
      <p:ext uri="{BB962C8B-B14F-4D97-AF65-F5344CB8AC3E}">
        <p14:creationId xmlns:p14="http://schemas.microsoft.com/office/powerpoint/2010/main" val="3072068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FD365-7D1F-4804-8341-28906361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507" y="457201"/>
            <a:ext cx="10512424" cy="530225"/>
          </a:xfrm>
        </p:spPr>
        <p:txBody>
          <a:bodyPr>
            <a:no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7.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웹 표준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웹 접근성검사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– CSS (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수정 전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396E56D-9148-4CDA-ACE9-1F3DD5576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0012" y="1604968"/>
            <a:ext cx="6172200" cy="4001804"/>
          </a:xfr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E6E50B-1972-44C4-9EEA-4C9DB5DEF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69288"/>
            <a:ext cx="3932237" cy="332483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-</a:t>
            </a:r>
            <a:r>
              <a:rPr lang="ko-KR" altLang="en-US" dirty="0"/>
              <a:t>웹 표준 웹 접근성 검사를 아래 링크 사이트를 통해서 진행 하였으며</a:t>
            </a:r>
            <a:r>
              <a:rPr lang="en-US" altLang="ko-KR" dirty="0"/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&gt; </a:t>
            </a:r>
            <a:r>
              <a:rPr lang="en-US" altLang="ko-KR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#ddd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&gt;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로 수정하였습니다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(</a:t>
            </a:r>
            <a:r>
              <a:rPr lang="ko-KR" altLang="en-US" dirty="0"/>
              <a:t>사이트 주소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https://jigsaw.w3.org/css-validator/validator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240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FD365-7D1F-4804-8341-28906361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450" y="448812"/>
            <a:ext cx="10512424" cy="530225"/>
          </a:xfrm>
        </p:spPr>
        <p:txBody>
          <a:bodyPr>
            <a:no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8.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웹 표준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웹 접근성검사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– CSS (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수정 후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5EDADE4-48DA-4666-A441-E53AF553B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0012" y="1716420"/>
            <a:ext cx="6172200" cy="4030570"/>
          </a:xfrm>
        </p:spPr>
      </p:pic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F8276628-4B53-4CBD-BDD4-629D957EA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69288"/>
            <a:ext cx="3932237" cy="332483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-</a:t>
            </a:r>
            <a:r>
              <a:rPr lang="ko-KR" altLang="en-US" dirty="0"/>
              <a:t>웹 표준 웹 접근성 검사를 아래 링크 사이트를 통해서 진행 하였으며</a:t>
            </a:r>
            <a:r>
              <a:rPr lang="en-US" altLang="ko-KR" dirty="0"/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&gt; </a:t>
            </a:r>
            <a:r>
              <a:rPr lang="en-US" altLang="ko-KR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#ddd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&gt;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로 수정하였습니다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(</a:t>
            </a:r>
            <a:r>
              <a:rPr lang="ko-KR" altLang="en-US" dirty="0"/>
              <a:t>사이트 주소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https://jigsaw.w3.org/css-validator/validator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7681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FD365-7D1F-4804-8341-28906361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93" y="430829"/>
            <a:ext cx="10512424" cy="530225"/>
          </a:xfrm>
        </p:spPr>
        <p:txBody>
          <a:bodyPr>
            <a:no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9.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테스트 케이스 작성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78C382-1059-439E-95D2-17F6DEC79B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8" t="2645" r="1235" b="5667"/>
          <a:stretch/>
        </p:blipFill>
        <p:spPr>
          <a:xfrm>
            <a:off x="1291904" y="1068294"/>
            <a:ext cx="9085278" cy="535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9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315</Words>
  <Application>Microsoft Office PowerPoint</Application>
  <PresentationFormat>와이드스크린</PresentationFormat>
  <Paragraphs>56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noto</vt:lpstr>
      <vt:lpstr>Noto Sans KR</vt:lpstr>
      <vt:lpstr>맑은 고딕</vt:lpstr>
      <vt:lpstr>Arial</vt:lpstr>
      <vt:lpstr>Consolas</vt:lpstr>
      <vt:lpstr>Office 테마</vt:lpstr>
      <vt:lpstr>회원가입 폼</vt:lpstr>
      <vt:lpstr>목차</vt:lpstr>
      <vt:lpstr>1.회원가입 폼 디자인</vt:lpstr>
      <vt:lpstr>PowerPoint 프레젠테이션</vt:lpstr>
      <vt:lpstr>PowerPoint 프레젠테이션</vt:lpstr>
      <vt:lpstr>PowerPoint 프레젠테이션</vt:lpstr>
      <vt:lpstr>PowerPoint 프레젠테이션</vt:lpstr>
      <vt:lpstr>6.웹 표준 / 웹 접근성검사 - HTML</vt:lpstr>
      <vt:lpstr>7.웹 표준 / 웹 접근성검사 – CSS (수정 전)</vt:lpstr>
      <vt:lpstr>8.웹 표준 / 웹 접근성검사 – CSS (수정 후)</vt:lpstr>
      <vt:lpstr>9. 테스트 케이스 작성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회원가입 폼</dc:title>
  <dc:creator>Administrator</dc:creator>
  <cp:lastModifiedBy>Administrator</cp:lastModifiedBy>
  <cp:revision>24</cp:revision>
  <dcterms:created xsi:type="dcterms:W3CDTF">2026-02-27T01:58:10Z</dcterms:created>
  <dcterms:modified xsi:type="dcterms:W3CDTF">2026-03-09T07:03:17Z</dcterms:modified>
</cp:coreProperties>
</file>